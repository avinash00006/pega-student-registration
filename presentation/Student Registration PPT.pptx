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Prata"/>
      <p:regular r:id="rId15"/>
    </p:embeddedFont>
    <p:embeddedFont>
      <p:font typeface="Montserrat Black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gCah0kRnSBO6eI7rc0nQJyUU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ata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Black-boldItalic.fntdata"/><Relationship Id="rId16" Type="http://schemas.openxmlformats.org/officeDocument/2006/relationships/font" Target="fonts/Montserrat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10800000">
            <a:off x="14425139" y="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8157097" y="-6924547"/>
            <a:ext cx="14087045" cy="8794146"/>
          </a:xfrm>
          <a:custGeom>
            <a:rect b="b" l="l" r="r" t="t"/>
            <a:pathLst>
              <a:path extrusionOk="0" h="8794146" w="14087045">
                <a:moveTo>
                  <a:pt x="0" y="0"/>
                </a:moveTo>
                <a:lnTo>
                  <a:pt x="14087045" y="0"/>
                </a:lnTo>
                <a:lnTo>
                  <a:pt x="14087045" y="8794146"/>
                </a:lnTo>
                <a:lnTo>
                  <a:pt x="0" y="8794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4438650" y="0"/>
            <a:ext cx="1491298" cy="1491298"/>
          </a:xfrm>
          <a:custGeom>
            <a:rect b="b" l="l" r="r" t="t"/>
            <a:pathLst>
              <a:path extrusionOk="0" h="1491298" w="1491298">
                <a:moveTo>
                  <a:pt x="0" y="0"/>
                </a:moveTo>
                <a:lnTo>
                  <a:pt x="1491298" y="0"/>
                </a:lnTo>
                <a:lnTo>
                  <a:pt x="1491298" y="1491298"/>
                </a:lnTo>
                <a:lnTo>
                  <a:pt x="0" y="1491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0" y="6411066"/>
            <a:ext cx="3914775" cy="3914775"/>
          </a:xfrm>
          <a:custGeom>
            <a:rect b="b" l="l" r="r" t="t"/>
            <a:pathLst>
              <a:path extrusionOk="0" h="3914775" w="3914775">
                <a:moveTo>
                  <a:pt x="3914775" y="3914775"/>
                </a:moveTo>
                <a:lnTo>
                  <a:pt x="0" y="3914775"/>
                </a:lnTo>
                <a:lnTo>
                  <a:pt x="0" y="0"/>
                </a:lnTo>
                <a:lnTo>
                  <a:pt x="3914775" y="0"/>
                </a:lnTo>
                <a:lnTo>
                  <a:pt x="3914775" y="391477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431642" y="-187801"/>
            <a:ext cx="3367801" cy="2245201"/>
          </a:xfrm>
          <a:custGeom>
            <a:rect b="b" l="l" r="r" t="t"/>
            <a:pathLst>
              <a:path extrusionOk="0" h="2245201" w="3367801">
                <a:moveTo>
                  <a:pt x="0" y="0"/>
                </a:moveTo>
                <a:lnTo>
                  <a:pt x="3367801" y="0"/>
                </a:lnTo>
                <a:lnTo>
                  <a:pt x="3367801" y="2245201"/>
                </a:lnTo>
                <a:lnTo>
                  <a:pt x="0" y="2245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-335399" y="0"/>
            <a:ext cx="2728199" cy="1818799"/>
          </a:xfrm>
          <a:custGeom>
            <a:rect b="b" l="l" r="r" t="t"/>
            <a:pathLst>
              <a:path extrusionOk="0" h="1818799" w="2728199">
                <a:moveTo>
                  <a:pt x="0" y="0"/>
                </a:moveTo>
                <a:lnTo>
                  <a:pt x="2728198" y="0"/>
                </a:lnTo>
                <a:lnTo>
                  <a:pt x="2728198" y="1818799"/>
                </a:lnTo>
                <a:lnTo>
                  <a:pt x="0" y="1818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2537958" y="2934247"/>
            <a:ext cx="2154385" cy="2154385"/>
          </a:xfrm>
          <a:custGeom>
            <a:rect b="b" l="l" r="r" t="t"/>
            <a:pathLst>
              <a:path extrusionOk="0" h="2154385" w="2154385">
                <a:moveTo>
                  <a:pt x="0" y="0"/>
                </a:moveTo>
                <a:lnTo>
                  <a:pt x="2154384" y="0"/>
                </a:lnTo>
                <a:lnTo>
                  <a:pt x="2154384" y="2154384"/>
                </a:lnTo>
                <a:lnTo>
                  <a:pt x="0" y="2154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-442060">
            <a:off x="11881842" y="9401878"/>
            <a:ext cx="9506193" cy="5934449"/>
          </a:xfrm>
          <a:custGeom>
            <a:rect b="b" l="l" r="r" t="t"/>
            <a:pathLst>
              <a:path extrusionOk="0" h="5934449" w="9506193">
                <a:moveTo>
                  <a:pt x="0" y="0"/>
                </a:moveTo>
                <a:lnTo>
                  <a:pt x="9506193" y="0"/>
                </a:lnTo>
                <a:lnTo>
                  <a:pt x="9506193" y="5934449"/>
                </a:lnTo>
                <a:lnTo>
                  <a:pt x="0" y="59344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2363507" y="6879570"/>
            <a:ext cx="7315200" cy="3874576"/>
          </a:xfrm>
          <a:custGeom>
            <a:rect b="b" l="l" r="r" t="t"/>
            <a:pathLst>
              <a:path extrusionOk="0" h="3874576" w="7315200">
                <a:moveTo>
                  <a:pt x="0" y="0"/>
                </a:moveTo>
                <a:lnTo>
                  <a:pt x="7315200" y="0"/>
                </a:lnTo>
                <a:lnTo>
                  <a:pt x="7315200" y="3874576"/>
                </a:lnTo>
                <a:lnTo>
                  <a:pt x="0" y="387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11846700" y="7752315"/>
            <a:ext cx="52614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4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 sz="3477">
                <a:solidFill>
                  <a:schemeClr val="dk1"/>
                </a:solidFill>
              </a:rPr>
              <a:t>Koneti Sairam Avinash</a:t>
            </a:r>
            <a:endParaRPr i="1" sz="3477"/>
          </a:p>
          <a:p>
            <a:pPr indent="0" lvl="0" marL="0" marR="0" rtl="0" algn="ctr">
              <a:lnSpc>
                <a:spcPct val="11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4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Pakalapati Varshini</a:t>
            </a:r>
            <a:endParaRPr sz="900"/>
          </a:p>
          <a:p>
            <a:pPr indent="0" lvl="0" marL="0" marR="0" rtl="0" algn="ctr">
              <a:lnSpc>
                <a:spcPct val="11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4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Nallani Adharsh</a:t>
            </a:r>
            <a:endParaRPr sz="900"/>
          </a:p>
          <a:p>
            <a:pPr indent="0" lvl="0" marL="0" marR="0" rtl="0" algn="ctr">
              <a:lnSpc>
                <a:spcPct val="11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4" name="Google Shape;94;p1"/>
          <p:cNvSpPr txBox="1"/>
          <p:nvPr/>
        </p:nvSpPr>
        <p:spPr>
          <a:xfrm>
            <a:off x="10167225" y="6879575"/>
            <a:ext cx="7963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1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by: Team Cosmos </a:t>
            </a:r>
            <a:endParaRPr sz="500"/>
          </a:p>
        </p:txBody>
      </p:sp>
      <p:sp>
        <p:nvSpPr>
          <p:cNvPr id="95" name="Google Shape;95;p1"/>
          <p:cNvSpPr txBox="1"/>
          <p:nvPr/>
        </p:nvSpPr>
        <p:spPr>
          <a:xfrm>
            <a:off x="4799443" y="3666179"/>
            <a:ext cx="111444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98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STUDENT REGISTRATION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826735" y="6747939"/>
            <a:ext cx="6103108" cy="4114800"/>
          </a:xfrm>
          <a:custGeom>
            <a:rect b="b" l="l" r="r" t="t"/>
            <a:pathLst>
              <a:path extrusionOk="0"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-156213" y="8107858"/>
            <a:ext cx="2369825" cy="2300885"/>
          </a:xfrm>
          <a:custGeom>
            <a:rect b="b" l="l" r="r" t="t"/>
            <a:pathLst>
              <a:path extrusionOk="0" h="2300885" w="2369825">
                <a:moveTo>
                  <a:pt x="0" y="0"/>
                </a:moveTo>
                <a:lnTo>
                  <a:pt x="2369826" y="0"/>
                </a:lnTo>
                <a:lnTo>
                  <a:pt x="2369826" y="2300884"/>
                </a:lnTo>
                <a:lnTo>
                  <a:pt x="0" y="2300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2213613" y="1028700"/>
            <a:ext cx="14087045" cy="8794146"/>
          </a:xfrm>
          <a:custGeom>
            <a:rect b="b" l="l" r="r" t="t"/>
            <a:pathLst>
              <a:path extrusionOk="0" h="8794146" w="14087045">
                <a:moveTo>
                  <a:pt x="0" y="0"/>
                </a:moveTo>
                <a:lnTo>
                  <a:pt x="14087045" y="0"/>
                </a:lnTo>
                <a:lnTo>
                  <a:pt x="14087045" y="8794146"/>
                </a:lnTo>
                <a:lnTo>
                  <a:pt x="0" y="8794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3530923" y="0"/>
            <a:ext cx="5040401" cy="4114800"/>
          </a:xfrm>
          <a:custGeom>
            <a:rect b="b" l="l" r="r" t="t"/>
            <a:pathLst>
              <a:path extrusionOk="0"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 rot="7246804">
            <a:off x="-2762250" y="-1028700"/>
            <a:ext cx="6103108" cy="4114800"/>
          </a:xfrm>
          <a:custGeom>
            <a:rect b="b" l="l" r="r" t="t"/>
            <a:pathLst>
              <a:path extrusionOk="0"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2825247" y="3081291"/>
            <a:ext cx="12999456" cy="4088699"/>
            <a:chOff x="0" y="-47625"/>
            <a:chExt cx="17332608" cy="5451598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-47625"/>
              <a:ext cx="17332608" cy="161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546" sz="3644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PROBLEM STATEMENT</a:t>
              </a:r>
              <a:endParaRPr/>
            </a:p>
            <a:p>
              <a:pPr indent="0" lvl="0" marL="0" marR="0" rtl="0" algn="ctr">
                <a:lnSpc>
                  <a:spcPct val="13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pc="546" sz="3644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1882119"/>
              <a:ext cx="17332608" cy="3521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3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TSPP, in collaboration with several institutions across India, offers a University Academic Program. Only students from these partnered institutions are eligible. However, the registration process was manual and fragmented, creating difficulties in verifying eligibility and managing student data.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rot="-521123">
            <a:off x="-5983631" y="-2857156"/>
            <a:ext cx="14024662" cy="8755201"/>
          </a:xfrm>
          <a:custGeom>
            <a:rect b="b" l="l" r="r" t="t"/>
            <a:pathLst>
              <a:path extrusionOk="0" h="8755201" w="14024662">
                <a:moveTo>
                  <a:pt x="0" y="0"/>
                </a:moveTo>
                <a:lnTo>
                  <a:pt x="14024662" y="0"/>
                </a:lnTo>
                <a:lnTo>
                  <a:pt x="14024662" y="8755202"/>
                </a:lnTo>
                <a:lnTo>
                  <a:pt x="0" y="8755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-400050" y="630555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2577976" y="-487380"/>
            <a:ext cx="6432809" cy="5425351"/>
          </a:xfrm>
          <a:custGeom>
            <a:rect b="b" l="l" r="r" t="t"/>
            <a:pathLst>
              <a:path extrusionOk="0" h="5425351" w="6432809">
                <a:moveTo>
                  <a:pt x="0" y="0"/>
                </a:moveTo>
                <a:lnTo>
                  <a:pt x="6432809" y="0"/>
                </a:lnTo>
                <a:lnTo>
                  <a:pt x="6432809" y="5425350"/>
                </a:lnTo>
                <a:lnTo>
                  <a:pt x="0" y="542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 txBox="1"/>
          <p:nvPr/>
        </p:nvSpPr>
        <p:spPr>
          <a:xfrm>
            <a:off x="17259300" y="9488912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7552652" y="2678972"/>
            <a:ext cx="3851630" cy="4893336"/>
            <a:chOff x="0" y="-47625"/>
            <a:chExt cx="5135507" cy="6524448"/>
          </a:xfrm>
        </p:grpSpPr>
        <p:sp>
          <p:nvSpPr>
            <p:cNvPr id="118" name="Google Shape;118;p3"/>
            <p:cNvSpPr txBox="1"/>
            <p:nvPr/>
          </p:nvSpPr>
          <p:spPr>
            <a:xfrm>
              <a:off x="0" y="-47625"/>
              <a:ext cx="5135507" cy="154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4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519" sz="3466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CHALLENGES</a:t>
              </a:r>
              <a:endParaRPr/>
            </a:p>
            <a:p>
              <a:pPr indent="0" lvl="0" marL="0" marR="0" rtl="0" algn="ctr">
                <a:lnSpc>
                  <a:spcPct val="134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pc="519" sz="3466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0" y="1796115"/>
              <a:ext cx="5135507" cy="4680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 consuming</a:t>
              </a:r>
              <a:endParaRPr/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2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Decentralization</a:t>
              </a:r>
              <a:endParaRPr/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2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Communication</a:t>
              </a:r>
              <a:endParaRPr/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2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8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Delays 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 rot="-1013119">
            <a:off x="-1885856" y="7653337"/>
            <a:ext cx="6103108" cy="4114800"/>
          </a:xfrm>
          <a:custGeom>
            <a:rect b="b" l="l" r="r" t="t"/>
            <a:pathLst>
              <a:path extrusionOk="0"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4"/>
          <p:cNvSpPr/>
          <p:nvPr/>
        </p:nvSpPr>
        <p:spPr>
          <a:xfrm>
            <a:off x="6545910" y="-1112538"/>
            <a:ext cx="13589940" cy="8483817"/>
          </a:xfrm>
          <a:custGeom>
            <a:rect b="b" l="l" r="r" t="t"/>
            <a:pathLst>
              <a:path extrusionOk="0" h="8483817" w="13589940">
                <a:moveTo>
                  <a:pt x="0" y="0"/>
                </a:moveTo>
                <a:lnTo>
                  <a:pt x="13589940" y="0"/>
                </a:lnTo>
                <a:lnTo>
                  <a:pt x="13589940" y="8483817"/>
                </a:lnTo>
                <a:lnTo>
                  <a:pt x="0" y="8483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 rot="-5400000">
            <a:off x="14173200" y="61722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7" name="Google Shape;127;p4"/>
          <p:cNvGrpSpPr/>
          <p:nvPr/>
        </p:nvGrpSpPr>
        <p:grpSpPr>
          <a:xfrm>
            <a:off x="1301726" y="2046036"/>
            <a:ext cx="15684548" cy="5896118"/>
            <a:chOff x="0" y="-47625"/>
            <a:chExt cx="20912730" cy="7861491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0" y="-47625"/>
              <a:ext cx="20912730" cy="2498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558" sz="3720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SOLUTION</a:t>
              </a:r>
              <a:endParaRPr/>
            </a:p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pc="558" sz="372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558" sz="3720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A SEAMLESS PEGA BASED REGISTRATION SYSTEM</a:t>
              </a:r>
              <a:endParaRPr/>
            </a:p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pc="558" sz="372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0" y="2771289"/>
              <a:ext cx="20912730" cy="5042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0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9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Centralized, automated Registration workflow</a:t>
              </a:r>
              <a:endParaRPr/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30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9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Eligibility validation for students from partnered institutions</a:t>
              </a:r>
              <a:endParaRPr/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30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9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Better student experience with seamless registration</a:t>
              </a:r>
              <a:endParaRPr/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30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4"/>
          <p:cNvSpPr/>
          <p:nvPr/>
        </p:nvSpPr>
        <p:spPr>
          <a:xfrm rot="5330630">
            <a:off x="-228600" y="-3810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 rot="1321811">
            <a:off x="12830175" y="500062"/>
            <a:ext cx="7094483" cy="4114800"/>
          </a:xfrm>
          <a:custGeom>
            <a:rect b="b" l="l" r="r" t="t"/>
            <a:pathLst>
              <a:path extrusionOk="0" h="4114800" w="7094483">
                <a:moveTo>
                  <a:pt x="0" y="0"/>
                </a:moveTo>
                <a:lnTo>
                  <a:pt x="7094483" y="0"/>
                </a:lnTo>
                <a:lnTo>
                  <a:pt x="70944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4"/>
          <p:cNvSpPr txBox="1"/>
          <p:nvPr/>
        </p:nvSpPr>
        <p:spPr>
          <a:xfrm>
            <a:off x="17259300" y="9361487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61722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 rot="10800000">
            <a:off x="14425139" y="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 rot="-1080207">
            <a:off x="-2896183" y="-2759624"/>
            <a:ext cx="9323247" cy="5820241"/>
          </a:xfrm>
          <a:custGeom>
            <a:rect b="b" l="l" r="r" t="t"/>
            <a:pathLst>
              <a:path extrusionOk="0" h="5820241" w="9323247">
                <a:moveTo>
                  <a:pt x="0" y="0"/>
                </a:moveTo>
                <a:lnTo>
                  <a:pt x="9323247" y="0"/>
                </a:lnTo>
                <a:lnTo>
                  <a:pt x="9323247" y="5820240"/>
                </a:lnTo>
                <a:lnTo>
                  <a:pt x="0" y="582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 rot="790915">
            <a:off x="10210800" y="9215976"/>
            <a:ext cx="9323247" cy="5820241"/>
          </a:xfrm>
          <a:custGeom>
            <a:rect b="b" l="l" r="r" t="t"/>
            <a:pathLst>
              <a:path extrusionOk="0" h="5820241" w="9323247">
                <a:moveTo>
                  <a:pt x="0" y="0"/>
                </a:moveTo>
                <a:lnTo>
                  <a:pt x="9323247" y="0"/>
                </a:lnTo>
                <a:lnTo>
                  <a:pt x="9323247" y="5820240"/>
                </a:lnTo>
                <a:lnTo>
                  <a:pt x="0" y="582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 rot="2700000">
            <a:off x="13447949" y="5642787"/>
            <a:ext cx="7094483" cy="4114800"/>
          </a:xfrm>
          <a:custGeom>
            <a:rect b="b" l="l" r="r" t="t"/>
            <a:pathLst>
              <a:path extrusionOk="0" h="4114800" w="7094483">
                <a:moveTo>
                  <a:pt x="0" y="0"/>
                </a:moveTo>
                <a:lnTo>
                  <a:pt x="7094482" y="0"/>
                </a:lnTo>
                <a:lnTo>
                  <a:pt x="7094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" name="Google Shape;142;p5"/>
          <p:cNvGrpSpPr/>
          <p:nvPr/>
        </p:nvGrpSpPr>
        <p:grpSpPr>
          <a:xfrm>
            <a:off x="1611549" y="1780502"/>
            <a:ext cx="15064902" cy="6265041"/>
            <a:chOff x="0" y="-47625"/>
            <a:chExt cx="20086536" cy="8353387"/>
          </a:xfrm>
        </p:grpSpPr>
        <p:sp>
          <p:nvSpPr>
            <p:cNvPr id="143" name="Google Shape;143;p5"/>
            <p:cNvSpPr txBox="1"/>
            <p:nvPr/>
          </p:nvSpPr>
          <p:spPr>
            <a:xfrm>
              <a:off x="0" y="-47625"/>
              <a:ext cx="20086536" cy="1503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507" sz="3381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CONCEPTS COVERED</a:t>
              </a:r>
              <a:endParaRPr/>
            </a:p>
            <a:p>
              <a:pPr indent="0" lvl="0" marL="0" marR="0" rtl="0" algn="ctr">
                <a:lnSpc>
                  <a:spcPct val="13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pc="507" sz="3381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1759738"/>
              <a:ext cx="20086536" cy="6546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Case management and Workflow processes 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Validations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Model rules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Correspondence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Declarative Rules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 Rules  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 Level Agreements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pages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Portals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Questionnaire</a:t>
              </a:r>
              <a:endParaRPr/>
            </a:p>
          </p:txBody>
        </p:sp>
      </p:grpSp>
      <p:sp>
        <p:nvSpPr>
          <p:cNvPr id="145" name="Google Shape;145;p5"/>
          <p:cNvSpPr/>
          <p:nvPr/>
        </p:nvSpPr>
        <p:spPr>
          <a:xfrm rot="5860957">
            <a:off x="-2696989" y="-997688"/>
            <a:ext cx="6103108" cy="4114800"/>
          </a:xfrm>
          <a:custGeom>
            <a:rect b="b" l="l" r="r" t="t"/>
            <a:pathLst>
              <a:path extrusionOk="0"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 flipH="1" rot="10800000">
            <a:off x="-250222" y="-103861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6"/>
          <p:cNvSpPr/>
          <p:nvPr/>
        </p:nvSpPr>
        <p:spPr>
          <a:xfrm rot="-5400000">
            <a:off x="14344650" y="634365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6"/>
          <p:cNvSpPr txBox="1"/>
          <p:nvPr/>
        </p:nvSpPr>
        <p:spPr>
          <a:xfrm>
            <a:off x="1337148" y="801014"/>
            <a:ext cx="15064902" cy="1139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7" sz="3381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CASE LIFE CYCLE</a:t>
            </a:r>
            <a:endParaRPr/>
          </a:p>
          <a:p>
            <a:pPr indent="0" lvl="0" marL="0" marR="0" rtl="0" algn="ctr">
              <a:lnSpc>
                <a:spcPct val="134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pc="507" sz="3381" u="none" cap="none" strike="noStrik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4" name="Google Shape;154;p6"/>
          <p:cNvSpPr/>
          <p:nvPr/>
        </p:nvSpPr>
        <p:spPr>
          <a:xfrm rot="1086188">
            <a:off x="-3444742" y="7946916"/>
            <a:ext cx="13589940" cy="8483817"/>
          </a:xfrm>
          <a:custGeom>
            <a:rect b="b" l="l" r="r" t="t"/>
            <a:pathLst>
              <a:path extrusionOk="0" h="8483817" w="13589940">
                <a:moveTo>
                  <a:pt x="0" y="0"/>
                </a:moveTo>
                <a:lnTo>
                  <a:pt x="13589940" y="0"/>
                </a:lnTo>
                <a:lnTo>
                  <a:pt x="13589940" y="8483817"/>
                </a:lnTo>
                <a:lnTo>
                  <a:pt x="0" y="8483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6"/>
          <p:cNvSpPr/>
          <p:nvPr/>
        </p:nvSpPr>
        <p:spPr>
          <a:xfrm rot="-7075065">
            <a:off x="12733314" y="-1031079"/>
            <a:ext cx="6271497" cy="6271497"/>
          </a:xfrm>
          <a:custGeom>
            <a:rect b="b" l="l" r="r" t="t"/>
            <a:pathLst>
              <a:path extrusionOk="0" h="6271497" w="6271497">
                <a:moveTo>
                  <a:pt x="0" y="0"/>
                </a:moveTo>
                <a:lnTo>
                  <a:pt x="6271497" y="0"/>
                </a:lnTo>
                <a:lnTo>
                  <a:pt x="6271497" y="6271497"/>
                </a:lnTo>
                <a:lnTo>
                  <a:pt x="0" y="6271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6"/>
          <p:cNvSpPr/>
          <p:nvPr/>
        </p:nvSpPr>
        <p:spPr>
          <a:xfrm>
            <a:off x="407986" y="2300857"/>
            <a:ext cx="17526864" cy="5882450"/>
          </a:xfrm>
          <a:custGeom>
            <a:rect b="b" l="l" r="r" t="t"/>
            <a:pathLst>
              <a:path extrusionOk="0" h="5882450" w="17526864">
                <a:moveTo>
                  <a:pt x="0" y="0"/>
                </a:moveTo>
                <a:lnTo>
                  <a:pt x="17526864" y="0"/>
                </a:lnTo>
                <a:lnTo>
                  <a:pt x="17526864" y="5882450"/>
                </a:lnTo>
                <a:lnTo>
                  <a:pt x="0" y="588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57" l="0" r="0" t="0"/>
            </a:stretch>
          </a:blipFill>
          <a:ln>
            <a:noFill/>
          </a:ln>
        </p:spPr>
      </p:sp>
      <p:sp>
        <p:nvSpPr>
          <p:cNvPr id="157" name="Google Shape;157;p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-645137" y="6172200"/>
            <a:ext cx="3635987" cy="4114800"/>
          </a:xfrm>
          <a:custGeom>
            <a:rect b="b" l="l" r="r" t="t"/>
            <a:pathLst>
              <a:path extrusionOk="0" h="4114800" w="3635987">
                <a:moveTo>
                  <a:pt x="0" y="0"/>
                </a:moveTo>
                <a:lnTo>
                  <a:pt x="3635987" y="0"/>
                </a:lnTo>
                <a:lnTo>
                  <a:pt x="3635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/>
          <p:nvPr/>
        </p:nvSpPr>
        <p:spPr>
          <a:xfrm>
            <a:off x="14030038" y="-468808"/>
            <a:ext cx="5040401" cy="4114800"/>
          </a:xfrm>
          <a:custGeom>
            <a:rect b="b" l="l" r="r" t="t"/>
            <a:pathLst>
              <a:path extrusionOk="0"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7"/>
          <p:cNvSpPr/>
          <p:nvPr/>
        </p:nvSpPr>
        <p:spPr>
          <a:xfrm rot="5330630">
            <a:off x="-269694" y="-115584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7"/>
          <p:cNvSpPr/>
          <p:nvPr/>
        </p:nvSpPr>
        <p:spPr>
          <a:xfrm>
            <a:off x="15397009" y="6172200"/>
            <a:ext cx="4562782" cy="4114800"/>
          </a:xfrm>
          <a:custGeom>
            <a:rect b="b" l="l" r="r" t="t"/>
            <a:pathLst>
              <a:path extrusionOk="0"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3733800" y="3878385"/>
            <a:ext cx="11147292" cy="1817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1634" sz="10894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CASE DEMO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 rot="6381328">
            <a:off x="-2289355" y="-2057400"/>
            <a:ext cx="6103108" cy="4114800"/>
          </a:xfrm>
          <a:custGeom>
            <a:rect b="b" l="l" r="r" t="t"/>
            <a:pathLst>
              <a:path extrusionOk="0"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9816820" y="7417872"/>
            <a:ext cx="13589940" cy="8483817"/>
          </a:xfrm>
          <a:custGeom>
            <a:rect b="b" l="l" r="r" t="t"/>
            <a:pathLst>
              <a:path extrusionOk="0" h="8483817" w="13589940">
                <a:moveTo>
                  <a:pt x="0" y="0"/>
                </a:moveTo>
                <a:lnTo>
                  <a:pt x="13589941" y="0"/>
                </a:lnTo>
                <a:lnTo>
                  <a:pt x="13589941" y="8483816"/>
                </a:lnTo>
                <a:lnTo>
                  <a:pt x="0" y="8483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15811405" y="6172200"/>
            <a:ext cx="2895791" cy="4114800"/>
          </a:xfrm>
          <a:custGeom>
            <a:rect b="b" l="l" r="r" t="t"/>
            <a:pathLst>
              <a:path extrusionOk="0" h="4114800" w="2895791">
                <a:moveTo>
                  <a:pt x="0" y="0"/>
                </a:moveTo>
                <a:lnTo>
                  <a:pt x="2895790" y="0"/>
                </a:lnTo>
                <a:lnTo>
                  <a:pt x="28957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17259300" y="93317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grpSp>
        <p:nvGrpSpPr>
          <p:cNvPr id="176" name="Google Shape;176;p8"/>
          <p:cNvGrpSpPr/>
          <p:nvPr/>
        </p:nvGrpSpPr>
        <p:grpSpPr>
          <a:xfrm>
            <a:off x="4544480" y="3093977"/>
            <a:ext cx="9708587" cy="3168992"/>
            <a:chOff x="0" y="-57150"/>
            <a:chExt cx="12944783" cy="4225322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0" y="-57150"/>
              <a:ext cx="12944783" cy="98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686" sz="4579" u="none" cap="none" strike="noStrike">
                  <a:solidFill>
                    <a:srgbClr val="00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FUTURE ENHANCEMENTS</a:t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0" y="1321307"/>
              <a:ext cx="12944783" cy="2846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4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Intergrated Chat bot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4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Duplicate search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40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More interactive Portals</a:t>
              </a:r>
              <a:endParaRPr/>
            </a:p>
          </p:txBody>
        </p:sp>
      </p:grpSp>
      <p:sp>
        <p:nvSpPr>
          <p:cNvPr id="179" name="Google Shape;179;p8"/>
          <p:cNvSpPr/>
          <p:nvPr/>
        </p:nvSpPr>
        <p:spPr>
          <a:xfrm>
            <a:off x="0" y="61722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8"/>
          <p:cNvSpPr/>
          <p:nvPr/>
        </p:nvSpPr>
        <p:spPr>
          <a:xfrm rot="10800000">
            <a:off x="15201900" y="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FD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15918175" y="0"/>
            <a:ext cx="2369825" cy="2300885"/>
          </a:xfrm>
          <a:custGeom>
            <a:rect b="b" l="l" r="r" t="t"/>
            <a:pathLst>
              <a:path extrusionOk="0"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9"/>
          <p:cNvSpPr/>
          <p:nvPr/>
        </p:nvSpPr>
        <p:spPr>
          <a:xfrm flipH="1" rot="10800000">
            <a:off x="0" y="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9"/>
          <p:cNvSpPr/>
          <p:nvPr/>
        </p:nvSpPr>
        <p:spPr>
          <a:xfrm flipH="1">
            <a:off x="14173200" y="6287097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236870" y="4133850"/>
            <a:ext cx="6271460" cy="9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5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THANK  YOU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56637" y="6287097"/>
            <a:ext cx="3286696" cy="4114800"/>
          </a:xfrm>
          <a:custGeom>
            <a:rect b="b" l="l" r="r" t="t"/>
            <a:pathLst>
              <a:path extrusionOk="0" h="4114800" w="3286696">
                <a:moveTo>
                  <a:pt x="0" y="0"/>
                </a:moveTo>
                <a:lnTo>
                  <a:pt x="3286697" y="0"/>
                </a:lnTo>
                <a:lnTo>
                  <a:pt x="32866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4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